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0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64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0B9F-131D-3D57-4670-912DE37CC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27171-6C6B-06DD-C5B9-A93BCE567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C9FDE-509B-224D-4B91-8A55B75A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A55F8-A55E-9750-15DB-9DF8DF98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71D9D-A254-A403-0766-A26F2292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5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F36C-C71B-4C61-431B-DBD7418A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858B-44AA-7DAD-D794-6CD9ABF84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023D3-2D5D-21D4-45D7-BAA1D4A2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D8BCF-345C-3C04-91FC-E2C2AADC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F8C41-5184-0089-40D2-D0154D12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7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FF95-6AD5-ECCE-9281-007A6695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60991-F373-B0AC-AD9B-C6B6994DA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9441-7F56-7B75-6493-AD4F2908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47EAD-3ECC-DF06-EEC5-E6D2A3B70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3533C-023E-FC0F-0954-D1C626E5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6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D333-177A-5848-E6BD-BFD67AA7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5FE6-4460-AD60-129A-AC96CD5D5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67DD7-9710-88F0-57FF-C5E3A932C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1566-2463-2C47-6363-7DC9F1FE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9F0FA-E082-A5C6-D60B-677FDB1A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E282E-3127-BBDB-07D3-546DF5C5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88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231B-6B85-9F66-D973-C4F386A8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E4B54-BF97-7C3D-71D3-2816CFC22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EF433-2EF7-B1D8-891D-8328404D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3AECF-A6FB-4009-663D-142616772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306AE-652E-B6EB-95ED-4598DD598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2BE954-B2DC-3859-C23C-9C8724CE4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3E238-8CD7-E963-EA10-261AB1E6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5A4BC-4CD6-ACBE-2109-06F03F12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2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F7F8-AE0D-9E2A-8F70-04A2BEA5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2B577-70DE-1B66-D87C-9ADA6EB1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79FDD-FB08-A1B8-7E73-19D7C948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8FB83-C573-BE55-E685-D077E593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5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F9EAE-D32A-0DC4-4261-50CE6F8D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5A1F4-BFCD-11DB-F666-C1D25C548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58BB0-8395-1EDA-E9C5-C06469E4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6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D02F-3791-DA6B-85D7-865A0AF1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CCA3-0335-6647-1575-BB2D701F5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1D228-E495-FF5F-AC09-650F51110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8808C-32D7-962F-2093-04E5AB6D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215B9-951B-27A3-161B-1B587A25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8B817-4B0B-3C86-C034-A292CC2B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8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42AB-4FB3-2F7B-69BE-71104407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E33CA-74D7-F0DD-825F-0C62640CE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4BBE9-C5C9-162D-C763-0715349B9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6F00B-9A17-AC69-A354-9EA5B255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2D657-153D-78F6-B00D-E45B1DB3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28612-C72D-9B6E-C1C0-9AFAC7B4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BF38-E2FF-FA25-C4FC-844F3994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7F63B-8A60-64C6-D8C1-1AC2002D8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2B820-8EF2-543F-08C8-7CFFC64B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F1327-C176-955B-02AD-BB22A31A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BDEE3-A683-17E3-8295-789BF733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A01096-3C0D-1C96-E7BC-BBC1B7747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A7EE4-17D0-E3E2-6496-840005C0A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E8CE2-2180-C385-4018-771216FB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078C-CC24-8947-23ED-8C187C1D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0E9EF-4440-8CBC-FECB-E8B770A0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2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68BD1-5B90-3A8B-7772-B4EA28AA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2C11A-AAB3-7587-1F44-FB73364A2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454D6-1A97-ECA9-C396-3968D8095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AC621-4D5B-4CA7-BBEB-263D1649B5B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29EE-CD2B-DF09-D5B9-C24B7EA3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AB2E2-6A47-4D26-45CD-C97231079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1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3549AD94-ABFA-2BCA-2FFE-1830A9949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412" y="538162"/>
            <a:ext cx="1092517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2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A0A511-DA2B-9B2D-3DF7-24F716CBC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313" y="0"/>
            <a:ext cx="7087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9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583EDF7-8644-B271-6E3D-CAC566F28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564" y="0"/>
            <a:ext cx="9122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1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AEFB-6E16-B9E8-AC30-6AF57FD0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D5824-F835-9E3D-F60F-C261EB2AF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79" y="0"/>
            <a:ext cx="10752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2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26921-97AC-E2F9-52AB-CEAB2CF17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17" y="0"/>
            <a:ext cx="11372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56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Virgil Mocanu</dc:creator>
  <cp:lastModifiedBy>Virgil Mocanu</cp:lastModifiedBy>
  <cp:revision>7</cp:revision>
  <dcterms:created xsi:type="dcterms:W3CDTF">2026-03-05T23:16:56Z</dcterms:created>
  <dcterms:modified xsi:type="dcterms:W3CDTF">2026-03-09T03:30:07Z</dcterms:modified>
</cp:coreProperties>
</file>