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60" autoAdjust="0"/>
    <p:restoredTop sz="94660"/>
  </p:normalViewPr>
  <p:slideViewPr>
    <p:cSldViewPr snapToGrid="0">
      <p:cViewPr>
        <p:scale>
          <a:sx n="150" d="100"/>
          <a:sy n="150" d="100"/>
        </p:scale>
        <p:origin x="96" y="-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C0B9F-131D-3D57-4670-912DE37CC7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727171-6C6B-06DD-C5B9-A93BCE567D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C9FDE-509B-224D-4B91-8A55B75A4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C621-4D5B-4CA7-BBEB-263D1649B5B3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A55F8-A55E-9750-15DB-9DF8DF980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71D9D-A254-A403-0766-A26F22921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3253-FB74-471A-9D58-3712B46ED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055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F36C-C71B-4C61-431B-DBD7418A8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4858B-44AA-7DAD-D794-6CD9ABF84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023D3-2D5D-21D4-45D7-BAA1D4A23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C621-4D5B-4CA7-BBEB-263D1649B5B3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D8BCF-345C-3C04-91FC-E2C2AADC1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F8C41-5184-0089-40D2-D0154D12E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3253-FB74-471A-9D58-3712B46ED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77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AFF95-6AD5-ECCE-9281-007A6695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60991-F373-B0AC-AD9B-C6B6994DA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B9441-7F56-7B75-6493-AD4F2908F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C621-4D5B-4CA7-BBEB-263D1649B5B3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47EAD-3ECC-DF06-EEC5-E6D2A3B70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3533C-023E-FC0F-0954-D1C626E53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3253-FB74-471A-9D58-3712B46ED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067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ED333-177A-5848-E6BD-BFD67AA70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D5FE6-4460-AD60-129A-AC96CD5D5B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567DD7-9710-88F0-57FF-C5E3A932CE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541566-2463-2C47-6363-7DC9F1FE3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C621-4D5B-4CA7-BBEB-263D1649B5B3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9F0FA-E082-A5C6-D60B-677FDB1A0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E282E-3127-BBDB-07D3-546DF5C55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3253-FB74-471A-9D58-3712B46ED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88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C231B-6B85-9F66-D973-C4F386A88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E4B54-BF97-7C3D-71D3-2816CFC22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7EF433-2EF7-B1D8-891D-8328404D4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03AECF-A6FB-4009-663D-142616772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7306AE-652E-B6EB-95ED-4598DD5980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2BE954-B2DC-3859-C23C-9C8724CE4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C621-4D5B-4CA7-BBEB-263D1649B5B3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B3E238-8CD7-E963-EA10-261AB1E69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75A4BC-4CD6-ACBE-2109-06F03F12B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3253-FB74-471A-9D58-3712B46ED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823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3F7F8-AE0D-9E2A-8F70-04A2BEA50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2B577-70DE-1B66-D87C-9ADA6EB1D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C621-4D5B-4CA7-BBEB-263D1649B5B3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C79FDD-FB08-A1B8-7E73-19D7C948A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68FB83-C573-BE55-E685-D077E593A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3253-FB74-471A-9D58-3712B46ED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950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AF9EAE-D32A-0DC4-4261-50CE6F8D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C621-4D5B-4CA7-BBEB-263D1649B5B3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A5A1F4-BFCD-11DB-F666-C1D25C548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58BB0-8395-1EDA-E9C5-C06469E4C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3253-FB74-471A-9D58-3712B46ED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765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6D02F-3791-DA6B-85D7-865A0AF19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ACCA3-0335-6647-1575-BB2D701F5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31D228-E495-FF5F-AC09-650F51110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E8808C-32D7-962F-2093-04E5AB6DB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C621-4D5B-4CA7-BBEB-263D1649B5B3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C215B9-951B-27A3-161B-1B587A256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78B817-4B0B-3C86-C034-A292CC2B5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3253-FB74-471A-9D58-3712B46ED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489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742AB-4FB3-2F7B-69BE-71104407C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1E33CA-74D7-F0DD-825F-0C62640CE3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F4BBE9-C5C9-162D-C763-0715349B9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C6F00B-9A17-AC69-A354-9EA5B255C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C621-4D5B-4CA7-BBEB-263D1649B5B3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2D657-153D-78F6-B00D-E45B1DB3C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28612-C72D-9B6E-C1C0-9AFAC7B4A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3253-FB74-471A-9D58-3712B46ED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31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7BF38-E2FF-FA25-C4FC-844F39946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B7F63B-8A60-64C6-D8C1-1AC2002D8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2B820-8EF2-543F-08C8-7CFFC64B6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C621-4D5B-4CA7-BBEB-263D1649B5B3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F1327-C176-955B-02AD-BB22A31A6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BDEE3-A683-17E3-8295-789BF7333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3253-FB74-471A-9D58-3712B46ED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A01096-3C0D-1C96-E7BC-BBC1B77470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4A7EE4-17D0-E3E2-6496-840005C0A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E8CE2-2180-C385-4018-771216FB6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C621-4D5B-4CA7-BBEB-263D1649B5B3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4078C-CC24-8947-23ED-8C187C1D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0E9EF-4440-8CBC-FECB-E8B770A07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3253-FB74-471A-9D58-3712B46ED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22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B68BD1-5B90-3A8B-7772-B4EA28AA8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2C11A-AAB3-7587-1F44-FB73364A2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454D6-1A97-ECA9-C396-3968D8095B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DAC621-4D5B-4CA7-BBEB-263D1649B5B3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629EE-CD2B-DF09-D5B9-C24B7EA3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AB2E2-6A47-4D26-45CD-C97231079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C53253-FB74-471A-9D58-3712B46ED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715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3549AD94-ABFA-2BCA-2FFE-1830A99495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412" y="538162"/>
            <a:ext cx="10925175" cy="578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822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97038BC-6DF4-7169-D297-427E63FA18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2914" y="0"/>
            <a:ext cx="74661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197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583EDF7-8644-B271-6E3D-CAC566F288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4564" y="0"/>
            <a:ext cx="91228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814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C5FA9AE0-04C7-843C-A030-7FA8EDF8A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3"/>
            <a:ext cx="12192000" cy="685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256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1257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Virgil Mocanu</dc:creator>
  <cp:lastModifiedBy>Virgil Mocanu</cp:lastModifiedBy>
  <cp:revision>3</cp:revision>
  <dcterms:created xsi:type="dcterms:W3CDTF">2026-03-05T23:16:56Z</dcterms:created>
  <dcterms:modified xsi:type="dcterms:W3CDTF">2026-03-07T21:14:05Z</dcterms:modified>
</cp:coreProperties>
</file>